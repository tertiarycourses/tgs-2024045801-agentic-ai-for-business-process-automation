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v2.1  ·  15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872" y="1737360"/>
            <a:ext cx="5219776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58172" y="1724660"/>
            <a:ext cx="5245176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Overview of n8n and AI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1 — n8n trigger and action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 agents are a special type of agentic AI system — the kind that never switches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broad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Any AI system that pursues a goal over many steps: plans, acts through tools, checks the result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started by a person or a trigger, and stops when the task is done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an LLM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a Claude Code or Codex session; an n8n workflow with AI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Agents — always-on agentic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special type of agentic AI system that exists 24/7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installed in the cloud, so it serves all the time — no laptop needs to be open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Waits for events — messages, emails, webhooks, schedules — and acts on them around the clock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Keeps its memory across conversations and days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OpenClaw, Hermes Agent, an n8n agent on a cloud instance behind a 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AI agent is agentic AI, but not every agentic AI is an AI agent — an AI agent is always on, serving 24/7 from the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AGENT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Workflow first evolves rule-based (RPA) automation: the workflow owns the path, and its steps can be AI or AI agents, as in n8n.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— steps may be AI nodes or AI Agent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agent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AI-Assisted Workflow Creation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n8n Assistant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or Claude Code / Codex drafts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and agent nodes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Assistant, Claude Code and Codex are AI agents themselves —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and AI Agent nodes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AI-assisted workflow creation — the AI builds the workflow, and the workflow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AI-ASSISTED WORKFLOW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Assistant — Describe It, n8n Builds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71" y="1737360"/>
            <a:ext cx="8572977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781571" y="1724660"/>
            <a:ext cx="8598377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Open Assistant in the left sidebar and answer "What do you want to automate?". It plans, builds and tests a normal n8n workflow you can inspect, edit and publish. Assistant chats use the plan's monthly Assistant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 —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workflow-first agentic AI platform: the workflow owns the path, and AI and AI Agent nodes sit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is workflow-first agentic AI — deterministic workflows with AI and agents built in, on one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WHAT IS n8n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SIGN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Sign In to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app.n8n.cloud/login — or open your own instance URL directly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assigned account email, e.g. n8n18oct5@tertiaryinfotech.com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the password your trainer gives 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your instance from the dashboard — a free 14-day trial, active through the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 land in n8n — open Assistant or Overview to start building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account is already set up — the name is your email prefix and onboarding is done. Do not change the password.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FREE AI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Claim Your Free AI Credits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to n8n Cloud with your training account — the free trial includes Gateway credits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 workflow and add an AI node, e.g. AI Agent → Gemini or OpenAI Chat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the node's Credential field, choose Use Gateway credits — your balance shows beside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Pick a supported model and run the node — no provider account or API key needed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the balance on the node, or in Admin Panel → Gateway credits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red "Free AI credits — Enable to claim credits" toast is the legacy OpenAI offer: Gateway instances don't get it. Use Gateway credits.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Demo: Build a Social Media Campaign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 n8n Assistant one clear prompt — it plans and builds the workflow below, with a human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enter a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Research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Agent + web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writes the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email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Schedule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wait, then publish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80360"/>
            <a:ext cx="65836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99008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291840"/>
            <a:ext cx="621792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Create a workflow for a social media marketing campaign: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 Start from a form where I enter a campaign topic.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 Research the topic on the web and summarise 3 key points.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 Draft a LinkedIn post under 150 words from the research.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 Email me the draft and wait for my approval before posting.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5. If approved, schedule the post for 9am the next weekday;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    if rejected, log my feedback in a Google Sheet.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Gateway credits for the AI model. Ask me before publishing.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2880360"/>
            <a:ext cx="3822191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99008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310128"/>
            <a:ext cx="34290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Connect Gmail and the social account when it 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Test with a real topic and approve the draft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Publish only when the run looks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AI built it; the workflow runs it — and nothing is posted until a person approves the draft.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tiers, and why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66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visual builders.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66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visual canvas plus code nodes,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66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SDKs and frameworks such as LangChain. Maximum control, and real engineering effort.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sits where a business analyst can build it and an engineer can still extend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Active.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Active toggle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 — swap the brain and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2.5 Flash /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gpt-4.1, gpt-4.1-mini, gpt-4o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Widely used; mini tier is cheap and fast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(Opus, Sonnet, Haiku)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3.x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/ Mixtral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a European option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toggled Active.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an ACTIVE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Build your first n8n workflow end to end: a Form Trigger collects a visitor's details and a Gmail action emails them to the event administrator.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1364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pic>
        <p:nvPicPr>
          <p:cNvPr id="12" name="Picture 11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·  full click-by-click steps in the Learner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sample event flyer from a previous class. The QR code encodes the form's Production URL, so anyone can sign up by scanning it with a phone.</a:t>
            </a:r>
          </a:p>
        </p:txBody>
      </p:sp>
      <p:pic>
        <p:nvPicPr>
          <p:cNvPr id="7" name="Picture 6" descr="site-lab1-fl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05990"/>
            <a:ext cx="5486400" cy="3086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93290"/>
            <a:ext cx="5511800" cy="31115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labs/lab1-trigger-actions/lab-trigger-actions.json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Active.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2.5 Flash, temp 0.2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